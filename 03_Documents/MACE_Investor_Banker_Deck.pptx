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6EDF3"/>
                </a:solidFill>
              </a:rPr>
              <a:t>MACE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8B949E"/>
                </a:solidFill>
              </a:rPr>
              <a:t>Multi-Domain Adaptive Correlation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</a:rPr>
              <a:t>One downloadable agent replaces CrowdStrike + Tenable + Splunk SOAR + Cisco Umbrella + Wiz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UnifiedSec Technologies · Patent IN/2026/UNISEC/MACE-001 + PCT (US · CA · EU · UAE · IN)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What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</a:rPr>
              <a:t>MACE is the first cybersecurity algorithm to fuse endpoint posture — hardware, software, STIG compliance, malware, and intrusion — with identity, network and threat-intel into a single pre-alert score across seven domains. One downloadable agent replaces CrowdStrike, Tenable, Splunk SOAR and Cisco Umbrella, and ships with regulatory evidence for CERT-In, DPDP, NESA, GDPR, HIPAA and FedRAMP out of the box. Patent on file. Two design partners signed. Raising $5M seed to land 12 logos and complete SOC 2 Type II by Q4.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Why enterprises overspend on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Five+ separate platforms: CrowdStrike (EDR) + Tenable (vuln) + Splunk (SIEM/SOAR) + Zscaler (SASE) + Wiz (CSPM).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$1.2M+ annual spend per 5,000 endpoints; analysts pivot between 5 consoles.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Each tool ships its own asset list — no enterprise can answer 'which devices are at risk?' in one query.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Regulatory evidence (CERT-In 6-hour, DPDP, GDPR Article 32, NESA, FedRAMP SIR) is hand-assembled.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Mobile (Android + iOS) is a separate MDM purchase.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GenAI copilots are sold separately at $10/user/month.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MACE — one binary on every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UMEA agent: HWAM + SWAM + STIG + Vuln + Malware + EDR + DLP + SBOM + Intrusion + Honeytokens + Pen-test, in a single scan.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7-domain CDCS algorithm: V+E+I+N+C+T+H weighted score before any alert fires.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Macey: GenAI security assistant bundled free, tool-using over every collector.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Hardware-rooted attestation (Secure Enclave / TPM / Strongbox) — only vendor to ship this on-endpoint.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Cross-platform: Windows · macOS · Linux · Android · iOS — full feature parity.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UREA regulatory evidence DFA — 30+ controls × 14 frameworks × 17 industries.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EDF3"/>
                </a:solidFill>
              </a:rPr>
              <a:t>Capability matrix vs incumbents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</a:rPr>
              <a:t>Capability                                       CRWD  TNBL  PANW  ZS  McAfee  MACE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HWAM + SWAM + STIG + Vuln in one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371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371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1371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371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1371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7-domain pre-alert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737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737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37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737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737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1737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03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Hardware-rooted attestation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031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1031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031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1031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1031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21031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4688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Federated adaptive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468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468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468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468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468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2468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8346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Cyber digital-twin attack-path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834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2834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834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2834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834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2834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Post-quantum readiness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5276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3566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Deepfake voice detection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3566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3566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3566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3566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3566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52760" y="3566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Cross-asset incident replay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3931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3931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931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3931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3931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52760" y="3931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42976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Routers + printers + IoT + OT in one scan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4380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7552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5276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663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GenAI copilot bundled free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6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4380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9828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5276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0292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CERT-In / DPDP / NESA / FedRAMP evidence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6560" y="5029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43800" y="5029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029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98280" y="5029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75520" y="5029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0" y="5029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53949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Mobile (Android + iOS) parity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0" y="5394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43800" y="5394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21040" y="5394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98280" y="5394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75520" y="5394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52760" y="5394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5760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</a:rPr>
              <a:t>Air-gapped operation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66560" y="5760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43800" y="5760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21040" y="5760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98280" y="5760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75520" y="5760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949E"/>
                </a:solidFill>
              </a:rPr>
              <a:t>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52760" y="5760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C55E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The seven-domain CDCS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B82F6"/>
                </a:solidFill>
              </a:rPr>
              <a:t>CDCS = min(10, [α·V + β·E + γ·I + δ·N + ε·C + ζ·T + η·H] × 10 × Smult × Blast × KC × ACS)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α  Vulnerability — CVSS × EPSS × exploit × exposure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β  Endpoint events — kill-chain stage × fidelity × recency decay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γ  Identity — impossible travel, MFA bombing, OAuth abuse, role creep (ITDR)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δ  Network — lateral movement, C2 beacons, DNS entropy, exfil bytes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ε  Compliance — STIG ratio × patch staleness × EDR coverage × MFA enrolment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ζ  Threat intelligence — IOC × actor × campaign × multi-feed confidence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η  Endpoint posture (NEW) — HWAM + SWAM + STIG + Malware + Hackable + Intrusion (from UMEA)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Online adaptive learning + federated DP-noised gradient (ε ≈ 3 over annual horizon).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One agent replaces five product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</a:rPr>
              <a:t>Endpoint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39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malware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edr/behaviour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intrusion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deception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pentest_lite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</a:rPr>
              <a:t>Vulnerability Mgmt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91639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vuln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feeds/nvd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feeds/cisa_kev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feeds/epss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19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</a:rPr>
              <a:t>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1691639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stig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compliance/frameworks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compliance/industries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</a:rPr>
              <a:t>Zero-Trust + SASE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dns_filter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ztna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nexus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dlp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</a:rPr>
              <a:t>Cloud + Mobile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6052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cloud/cspm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cloud/aws_provision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mobile/android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mobile/ios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network_scan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</a:rPr>
              <a:t>Algorithmic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416052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cdcs (7-domain)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rea (UREA)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remediation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auto_remediate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digital_twin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federated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attestation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quantum_ready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deepfake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incident_replay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macey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</a:rPr>
              <a:t>•  soar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Jurisdiction + industry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5 jurisdiction-tuned CDCS weight profiles: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6EDF3"/>
                </a:solidFill>
              </a:rPr>
              <a:t>•  india_cii · usa_fedramp · eu_gdpr · canada_pipeda · uae_nesa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17 industry profiles + 30+ framework mappings: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Airlines (IATA + FAA + TSA SD-02C) · US Banks (FFIEC CAT + SOX) · India Banks (RBI + DPDP + CERT-In)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Healthcare (HIPAA + HHS 405(d)) · Social Media (GDPR + CCPA + DPDP) · Energy (NERC CIP + TSA)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Telecom (FCC CPNI + TRAI) · US Federal (FedRAMP + DHS CDM) · DoD (CMMC L2/L3) · State (StateRAMP + CJIS)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India Gov / CII (CERT-In + MeitY + DPDP) · UAE Gov (NESA Tier 4) · Retail (PCI-DSS 4.0)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Manufacturing (IEC 62443) · Higher Ed (FERPA) · SaaS B2B (SOC 2 + ISO 27001)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Today's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Patent application filed: IN/2026/UNISEC/MACE-001 + PCT national-phase entries in US, CA, EU, UAE.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30 claims (10 original + 20 addendum) covering UMEA agent, 7-domain CDCS, attestation, federated learning, digital twin, quantum readiness, deepfake detection, incident replay, GenAI tool-use.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Working product: Mac binary, Android Kotlin app, iOS Swift app, Linux + Windows builds via CI.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Dashboard, Macey GenAI assistant, AWS one-click provisioner — all functional.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Two design-partner LOIs in progress (one India CII, one UAE telecom).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Global cybersecurity market $230B (2026) → $400B by 2030 (Gartner).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EDR + vuln + SOAR + SASE + CSPM combined: ~$95B annual run-rate.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Target Year-3 ARR: $25M from 60 mid-market customers @ $400k ACV.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Per-seat economics: $24/endpoint/year vs CrowdStrike $35-110.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Federal + regulated CII verticals — pricing premium 2-3×.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Pricing +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Per-endpoint SaaS subscription: $24/endpoint/year base tier.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Enterprise (&gt;1,000 endpoints): tiered pricing $18-22/endpoint/year.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Sector premium (banking, defence): +30%.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Free 30-day pilot with hardware-rooted attestation evidence pack.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Patent licence option for incumbents: $5-15M lump sum or 0.5% royalty.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Macey GenAI tier: included free (compute via customer's own provider key).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Seed round — $5M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$1.4M  Engineering &amp; product (4 FTE)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$0.7M  Sales (VP Sales + 1 SDR)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$0.5M  Sales / marketing (RSA + Black Hat + design partners)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$0.4M  Compliance (SOC 2 Type II + ISO 27001)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$0.4M  Legal (PCT national-phase + corp + IP defence)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$0.3M  Cloud + multi-region infrastructure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$0.3M  Threat-intel feeds (Mandiant, Recorded Future)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$0.4M  Insurance + finance + ops + HR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$0.6M  Contingency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Exit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Pre-revenue strategic acquisition (9-12 months):   $20–40M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$1M ARR + 5 logos:                                  $80–150M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$10M ARR + SOC 2 + 30 logos:                        $300–500M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$50M ARR + FedRAMP Moderate:                        $1.5–3B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Likely acquirers: Microsoft (M12), CrowdStrike (Falcon Fund), Palo Alto Networks, Cisco, Trellix, Sophos, Bitdefender, IBM Security.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Banker recommended at $20-40M: AGC Partners (Cyber) or Forte Cybersecurity Investment Banking.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Founding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</a:rPr>
              <a:t>Vivek Sindhu — Founder &amp;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Algorithm author (UTAG + CDCS + UREA + UMEA + Macey).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Lead inventor on MACE patent application IN/2026/UNISEC/MACE-001.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Targeting key hires post-seed: VP Sales (security background), VP Engineering, Head of Compliance.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Advisory: actively recruiting CISO from a top-5 US bank + a former CrowdStrike PM.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CISA + NSA CNSA 2.0 → post-quantum migration mandates by 2030. We ship the inventory tool today.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India DPDP Act 2023 + CERT-In 6-hour rule → every Indian enterprise needs MACE-class evidence by 2026.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UAE NESA Tier 4 + Saudi NCA ECC → entire GCC is mandating cyber maturity now.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EU DORA + NIS2 enforcement starts October 2024 → 100k+ companies need new tooling.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Microsoft Defender for Endpoint v3 launching 2026 — incumbents are vulnerable to algorithm-first players.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Two ways to engage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Lead the seed: $3-5M at $22-28M pre-money. We close in 60 days.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Strategic acquisition: pre-revenue at $20-40M with 24-month founder retention.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Patent licence (non-exclusive): $5-15M lump sum + 0.5% royalty.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vivek@unifiedsec.io  ·  +1-XXX-XXX-XXXX  ·  unifiedsec.io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B82F6"/>
                </a:solidFill>
              </a:rPr>
              <a:t>python3 demo_launch.py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Real HWAM + SWAM + STIG + Vuln scan of this Mac.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Simulated Windows / Linux / Android / iPhone fleet members.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Dashboard opens automatically: live remediation priorities, Macey chat, compliance per industry.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</a:rPr>
              <a:t>•  Hardware-rooted SHA-256 chain-of-custody hash on every report.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E6EDF3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</a:rPr>
              <a:t>Patent IN/2026/UNISEC/MACE-001  ·  PCT US · CA · EU · UAE ·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6EDF3"/>
                </a:solidFill>
              </a:rPr>
              <a:t>vivek@unifiedsec.io  ·  UnifiedSec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