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MACE Secure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E90FF"/>
                </a:solidFill>
              </a:rPr>
              <a:t>The one-stop cybersecurity layer for data at rest</a:t>
            </a:r>
          </a:p>
          <a:p>
            <a:r>
              <a:rPr sz="2200">
                <a:solidFill>
                  <a:srgbClr val="FFFFFF"/>
                </a:solidFill>
              </a:rPr>
              <a:t>UnifiedSec Technologies · Patent-pending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Organizations hold files full of secrets &amp; PII with weak, inconsistent protection</a:t>
            </a:r>
          </a:p>
          <a:p>
            <a:r>
              <a:rPr sz="1800">
                <a:solidFill>
                  <a:srgbClr val="FFFFFF"/>
                </a:solidFill>
              </a:rPr>
              <a:t>• Access is by folder permission, not by identity + classification</a:t>
            </a:r>
          </a:p>
          <a:p>
            <a:r>
              <a:rPr sz="1800">
                <a:solidFill>
                  <a:srgbClr val="FFFFFF"/>
                </a:solidFill>
              </a:rPr>
              <a:t>• No one warns you BEFORE a risky upload or over-broad share</a:t>
            </a:r>
          </a:p>
          <a:p>
            <a:r>
              <a:rPr sz="1800">
                <a:solidFill>
                  <a:srgbClr val="FFFFFF"/>
                </a:solidFill>
              </a:rPr>
              <a:t>• Nothing catches the same party showing up across walled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vision: one-stop, universal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Encrypt ANY file → push to AWS securely → only the right people open it →</a:t>
            </a:r>
          </a:p>
          <a:p>
            <a:r>
              <a:rPr sz="1800">
                <a:solidFill>
                  <a:srgbClr val="FFFFFF"/>
                </a:solidFill>
              </a:rPr>
              <a:t>redact what shouldn't leak → AI warns before harm → detect conflicts across matters.</a:t>
            </a:r>
          </a:p>
          <a:p>
            <a:r>
              <a:rPr sz="1800">
                <a:solidFill>
                  <a:srgbClr val="FFFFFF"/>
                </a:solidFill>
              </a:rPr>
              <a:t>Works for law firms, banks, healthcare, government — any regulated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How it works — the secure-ingest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AI GUARD  →  REDACT  →  ENVELOPE-ENCRYPT  →  AWS S3 (SSE-KMS)</a:t>
            </a:r>
          </a:p>
          <a:p>
            <a:r>
              <a:rPr sz="1800">
                <a:solidFill>
                  <a:srgbClr val="FFFFFF"/>
                </a:solidFill>
              </a:rPr>
              <a:t>Every step logged to an immutable audit trail (SOC2 / FedRAMP / GDPR).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Encryption you can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Per-file 256-bit key, wrapped by an AWS KMS (HSM) master key</a:t>
            </a:r>
          </a:p>
          <a:p>
            <a:r>
              <a:rPr sz="1800">
                <a:solidFill>
                  <a:srgbClr val="FFFFFF"/>
                </a:solidFill>
              </a:rPr>
              <a:t>• Key wrap bound to tenant identity → cryptographic tenant isolation</a:t>
            </a:r>
          </a:p>
          <a:p>
            <a:r>
              <a:rPr sz="1800">
                <a:solidFill>
                  <a:srgbClr val="FFFFFF"/>
                </a:solidFill>
              </a:rPr>
              <a:t>• Chunked authentication → tamper, truncation &amp; reorder are detected</a:t>
            </a:r>
          </a:p>
          <a:p>
            <a:r>
              <a:rPr sz="1800">
                <a:solidFill>
                  <a:srgbClr val="FFFFFF"/>
                </a:solidFill>
              </a:rPr>
              <a:t>• Defense in depth: our envelope + AWS SSE-KMS (two independent layers)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Access by identity, role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RBAC + ABAC + data classification (public→restricted)</a:t>
            </a:r>
          </a:p>
          <a:p>
            <a:r>
              <a:rPr sz="1800">
                <a:solidFill>
                  <a:srgbClr val="FFFFFF"/>
                </a:solidFill>
              </a:rPr>
              <a:t>• Tenant isolation is categorical — no admin overrides it</a:t>
            </a:r>
          </a:p>
          <a:p>
            <a:r>
              <a:rPr sz="1800">
                <a:solidFill>
                  <a:srgbClr val="FFFFFF"/>
                </a:solidFill>
              </a:rPr>
              <a:t>• Named-user grants unlock a single file without widening anyone's access</a:t>
            </a:r>
          </a:p>
          <a:p>
            <a:r>
              <a:rPr sz="1800">
                <a:solidFill>
                  <a:srgbClr val="FFFFFF"/>
                </a:solidFill>
              </a:rPr>
              <a:t>• Every allow/deny is explainable and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Redaction + AI safeguard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Python engine strips SSNs, cards, keys, tokens BEFORE encryption</a:t>
            </a:r>
          </a:p>
          <a:p>
            <a:r>
              <a:rPr sz="1800">
                <a:solidFill>
                  <a:srgbClr val="FFFFFF"/>
                </a:solidFill>
              </a:rPr>
              <a:t>• AI guard scores each action and BLOCKS a leaked private key up front</a:t>
            </a:r>
          </a:p>
          <a:p>
            <a:r>
              <a:rPr sz="1800">
                <a:solidFill>
                  <a:srgbClr val="FFFFFF"/>
                </a:solidFill>
              </a:rPr>
              <a:t>• Flags over-broad shares, executables, and prompt-injection attempts</a:t>
            </a:r>
          </a:p>
          <a:p>
            <a:r>
              <a:rPr sz="1800">
                <a:solidFill>
                  <a:srgbClr val="FFFFFF"/>
                </a:solidFill>
              </a:rPr>
              <a:t>• Optional Claude second opinion — on redaction-safe summaries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differentiator: cross-matter conflict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Correlates entities across documents &amp; matters using keyed hashes</a:t>
            </a:r>
          </a:p>
          <a:p>
            <a:r>
              <a:rPr sz="1800">
                <a:solidFill>
                  <a:srgbClr val="FFFFFF"/>
                </a:solidFill>
              </a:rPr>
              <a:t>• Catches conflicts of interest across ethical walls</a:t>
            </a:r>
          </a:p>
          <a:p>
            <a:r>
              <a:rPr sz="1800">
                <a:solidFill>
                  <a:srgbClr val="FFFFFF"/>
                </a:solidFill>
              </a:rPr>
              <a:t>• Detects privilege leaks (privileged entity in a public filing)</a:t>
            </a:r>
          </a:p>
          <a:p>
            <a:r>
              <a:rPr sz="1800">
                <a:solidFill>
                  <a:srgbClr val="FFFFFF"/>
                </a:solidFill>
              </a:rPr>
              <a:t>• Privacy-preserving: the index stores NO raw client data</a:t>
            </a:r>
          </a:p>
          <a:p>
            <a:r>
              <a:rPr sz="1800">
                <a:solidFill>
                  <a:srgbClr val="FFFFFF"/>
                </a:solidFill>
              </a:rPr>
              <a:t>No commodity DLP/encryption tool does this — it is the patent 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AWS cloud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KMS-wrapped keys, S3 block-public + versioning, TLS-only, KMS-only writes</a:t>
            </a:r>
          </a:p>
          <a:p>
            <a:r>
              <a:rPr sz="1800">
                <a:solidFill>
                  <a:srgbClr val="FFFFFF"/>
                </a:solidFill>
              </a:rPr>
              <a:t>• Least-privilege IAM, CloudTrail audit, multi-region data residency</a:t>
            </a:r>
          </a:p>
          <a:p>
            <a:r>
              <a:rPr sz="1800">
                <a:solidFill>
                  <a:srgbClr val="FFFFFF"/>
                </a:solidFill>
              </a:rPr>
              <a:t>• Terraform + Helm + Docker Compose — runs local for demos, EKS for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Proven, tested, demoable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• 24 automated tests pass offline (crypto, access, redaction, guard, conflict)</a:t>
            </a:r>
          </a:p>
          <a:p>
            <a:r>
              <a:rPr sz="1800">
                <a:solidFill>
                  <a:srgbClr val="FFFFFF"/>
                </a:solidFill>
              </a:rPr>
              <a:t>• One command runs the full end-to-end demo on a laptop — no AWS needed</a:t>
            </a:r>
          </a:p>
          <a:p>
            <a:r>
              <a:rPr sz="1800">
                <a:solidFill>
                  <a:srgbClr val="FFFFFF"/>
                </a:solidFill>
              </a:rPr>
              <a:t>• Docker Compose brings up API + Elasticsearch + Kibana for a live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Honest roadmap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Done: encryption, access control, redaction, AI guard, conflict engine, tests, IaC.</a:t>
            </a:r>
          </a:p>
          <a:p>
            <a:r>
              <a:rPr sz="1800">
                <a:solidFill>
                  <a:srgbClr val="FFFFFF"/>
                </a:solidFill>
              </a:rPr>
              <a:t>Before real client data: external pen test, third-party code audit, SOC 2 Type I.</a:t>
            </a:r>
          </a:p>
          <a:p>
            <a:r>
              <a:rPr sz="1800">
                <a:solidFill>
                  <a:srgbClr val="FFFFFF"/>
                </a:solidFill>
              </a:rPr>
              <a:t>These are named in the threat model — no surprises for a buyer's security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Patent-pending · UnifiedSec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10 new claims (31–40) extend MACE to data-at-rest security.</a:t>
            </a:r>
          </a:p>
          <a:p>
            <a:r>
              <a:rPr sz="1800">
                <a:solidFill>
                  <a:srgbClr val="FFFFFF"/>
                </a:solidFill>
              </a:rPr>
              <a:t>Contact: sindhuvick8@gmail.com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BB"/>
                </a:solidFill>
              </a:rPr>
              <a:t>UnifiedSec MACE · Secure Files · Patent-pending IN/2026/UNISEC/MACE-001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